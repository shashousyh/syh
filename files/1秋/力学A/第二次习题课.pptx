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6" r:id="rId10"/>
    <p:sldId id="269" r:id="rId11"/>
    <p:sldId id="265" r:id="rId12"/>
    <p:sldId id="267" r:id="rId13"/>
    <p:sldId id="268" r:id="rId14"/>
    <p:sldId id="270" r:id="rId15"/>
    <p:sldId id="271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0F19CA-4268-7BB5-1176-6D46323FCE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E3C1C84-6372-D8D0-8471-93464C23AD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BC819D-0260-EE51-1A6F-1BDEEC82F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D0C82-7395-4277-A55B-25C00D38D30A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313EA9-6AFF-B475-D98B-63D11DF00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A59EA9-B5DE-25A5-8482-4E43D6F84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BC934-AE0C-435E-BC6A-A909920537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5995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B69FA7-E9D5-5B23-2381-E659E3945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217697-C23C-3111-45A5-862504290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38FF17-3C20-6B4A-3579-B20955254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D0C82-7395-4277-A55B-25C00D38D30A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241B9C-D0D0-87AA-54DF-C864F7E93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40E3B2-EDA2-63C6-C838-97FA88DFB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BC934-AE0C-435E-BC6A-A909920537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3538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8190EA-5305-DAC1-F4B1-D86E3D3BB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534135-D99A-3616-304D-1298AB365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5CC64E-F032-663F-A4C1-0C9B6637C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D0C82-7395-4277-A55B-25C00D38D30A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D1ED2F-460C-474C-9FF9-20E593610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22B777-5A8A-7C61-99C2-B11EF1B52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BC934-AE0C-435E-BC6A-A909920537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8398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5D4267-B9B5-CEA3-CBD2-D02706560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486D94-CF90-EC9E-8BCF-77A367340E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F0156E1-8547-9D50-23D5-0743B0F979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CCD1C7-59C3-BF26-6465-842662583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D0C82-7395-4277-A55B-25C00D38D30A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E8D779-9444-07D8-4C91-2B5319775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C882F-9E68-5DD0-61C4-E53B141B6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BC934-AE0C-435E-BC6A-A909920537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5889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10A893-FFEA-10D7-24CD-58E77E63F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33E084-2D71-DC84-DC64-921EB76B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A7D6C15-E337-F335-D437-EB8FEDD0B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47CC056-E034-8880-5DB3-36B25F1E48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A52332D-D8DC-E892-CFA6-DEF8AAC5C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4E300B0-D1C2-CA09-BB20-8EF51DA2D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D0C82-7395-4277-A55B-25C00D38D30A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AA8FE8B-2E62-78CF-5338-26FF9CC4E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6CBA67E-81BC-D8F2-636F-0DCE0B84C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BC934-AE0C-435E-BC6A-A909920537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332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9C2F2E-E13B-E030-98E7-728C25036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4D44CD3-6C2F-9D3F-A093-DB481CACF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D0C82-7395-4277-A55B-25C00D38D30A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B7CD33E-359E-7F1D-75F0-13A68C690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ABE578F-FF73-EB6C-E6DA-93D9744C0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BC934-AE0C-435E-BC6A-A909920537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343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5140693-053C-A30D-2011-20D13CC0A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D0C82-7395-4277-A55B-25C00D38D30A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0EF0839-162A-D0E9-12E5-D8D395D61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E0D0A4-BB79-3B6A-B134-AC04D572C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BC934-AE0C-435E-BC6A-A909920537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1555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B8525F-BC2C-EA67-FBD2-23DE26987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94AC8B-106C-3733-DB4B-896FBB87A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361BD09-E743-18D9-8F0B-80DA17B3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042E0EE-AD57-C846-055B-C743259E8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D0C82-7395-4277-A55B-25C00D38D30A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CC3F7A5-D798-81C7-962D-8A0C911FD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351B465-53FD-5AD9-FC51-BCDD9591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BC934-AE0C-435E-BC6A-A909920537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133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ADB1FB-455E-4970-4A42-1531456A5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E3F0796-6D71-29EE-4005-740356074F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393BFB0-5B17-2873-C571-6F147075A3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3EF6A6-177F-A5FB-0FF4-3D372CBD8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D0C82-7395-4277-A55B-25C00D38D30A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F86CCD-6494-C4D2-E834-42A1F367D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FDA2A9-2316-8123-F690-BD54332E5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BC934-AE0C-435E-BC6A-A909920537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8227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CDEEC5-0322-142E-259C-645C1A562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EE6CB3E-28FB-9476-F5B5-F658FDE753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1F783D-FECB-1B5F-74D8-C948917A9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D0C82-7395-4277-A55B-25C00D38D30A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088CBA-22C0-49F6-C843-F1A7997F8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9438F9-54E1-0501-2E14-8C80E187F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BC934-AE0C-435E-BC6A-A909920537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4607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FD18DA2-3546-EF42-6309-56D59838D5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6E9363F-5C44-AD18-87D1-80D42CA3FF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EBE71E-845B-E150-13D1-9EF8A3D3D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D0C82-7395-4277-A55B-25C00D38D30A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A08F23-9754-CAAE-2B1E-2DFB63A55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20AB19-8111-79E4-C64B-E0E783F88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BC934-AE0C-435E-BC6A-A909920537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1763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1C7ABCD-CC72-58E6-5CCE-0AA4CED05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C7419A-D9B7-9241-46ED-26D407FD0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AF32C3-76E4-AB18-B451-5017791412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7D0C82-7395-4277-A55B-25C00D38D30A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E9870D-6FEF-09AD-ADEE-EDB1ECA5A9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84C00F-88C5-313E-1EAE-75F499DE37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2BC934-AE0C-435E-BC6A-A909920537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391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EC1129F-1CA6-9774-C5C3-B443CA9C6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855" y="0"/>
            <a:ext cx="70022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70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62724AC-6190-4CD4-497B-1DF0D9BE2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159" y="0"/>
            <a:ext cx="60076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462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5CBE74D-07B5-8349-BFC2-2DDBAE62D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336" y="0"/>
            <a:ext cx="109773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962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490842B-84C9-AA77-F953-B58991CF9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3" y="2058334"/>
            <a:ext cx="12192043" cy="2741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329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白板上的文字&#10;&#10;描述已自动生成">
            <a:extLst>
              <a:ext uri="{FF2B5EF4-FFF2-40B4-BE49-F238E27FC236}">
                <a16:creationId xmlns:a16="http://schemas.microsoft.com/office/drawing/2014/main" id="{69AF4172-B4E3-E116-EA42-76F0435B49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522" y="0"/>
            <a:ext cx="94169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243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B91309A-3F73-F599-D517-F889A6060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7815" y="5103"/>
            <a:ext cx="7576370" cy="685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722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E98334E-239F-8023-8117-7BD4B6C8B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633" y="0"/>
            <a:ext cx="95927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345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D226650-A94F-0CB8-9D96-26BCEB882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7099" y="0"/>
            <a:ext cx="6837801" cy="6856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442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D029C30-9FF5-BF98-F078-A90AD4F97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02" y="0"/>
            <a:ext cx="107347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733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AF0F537-5441-A951-4AF5-2454C1900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7146" y="9349"/>
            <a:ext cx="4997707" cy="6839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839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651182C-DEFE-E780-25D6-FA249425D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46009"/>
            <a:ext cx="12185964" cy="1965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33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E05A300-7A23-5293-8E56-22FDBD00F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035" y="0"/>
            <a:ext cx="51419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802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5E44034-7A05-1CE3-2870-8FD44897A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884" y="0"/>
            <a:ext cx="6976232" cy="6863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331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4805C34-FFC1-D82A-516E-72C4B6F430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7550"/>
          <a:stretch/>
        </p:blipFill>
        <p:spPr>
          <a:xfrm>
            <a:off x="0" y="-2167"/>
            <a:ext cx="4872709" cy="686016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6ACE087-A8FF-5006-B38D-2B12E95A98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542"/>
          <a:stretch/>
        </p:blipFill>
        <p:spPr>
          <a:xfrm>
            <a:off x="4872709" y="639107"/>
            <a:ext cx="7319291" cy="189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500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3272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0</Words>
  <Application>Microsoft Office PowerPoint</Application>
  <PresentationFormat>宽屏</PresentationFormat>
  <Paragraphs>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4</cp:revision>
  <dcterms:created xsi:type="dcterms:W3CDTF">2025-10-25T12:39:37Z</dcterms:created>
  <dcterms:modified xsi:type="dcterms:W3CDTF">2025-10-26T05:29:20Z</dcterms:modified>
</cp:coreProperties>
</file>