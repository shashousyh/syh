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657" r:id="rId3"/>
    <p:sldId id="659" r:id="rId4"/>
    <p:sldId id="660" r:id="rId5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ice Qin" initials="A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-192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2FC41-5EBB-4076-BFBE-76960B94927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9B322C-9250-48E5-B52D-809C78C9AF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A5C48-0C60-4EC1-8458-E3DCA264BD4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938E9-911D-4F9D-B99A-CD2B2593A1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847" y="0"/>
            <a:ext cx="10515600" cy="1325563"/>
          </a:xfrm>
        </p:spPr>
        <p:txBody>
          <a:bodyPr/>
          <a:lstStyle/>
          <a:p>
            <a:r>
              <a:rPr lang="zh-CN" altLang="en-US" b="1" dirty="0">
                <a:ea typeface="楷体_GB2312" pitchFamily="49" charset="-122"/>
              </a:rPr>
              <a:t>第五次上机</a:t>
            </a:r>
            <a:endParaRPr lang="zh-CN" altLang="en-US" b="1" dirty="0">
              <a:ea typeface="楷体_GB2312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331" y="1143000"/>
            <a:ext cx="11704983" cy="562554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时间：</a:t>
            </a:r>
            <a:r>
              <a:rPr lang="en-US" altLang="zh-CN" b="1" dirty="0">
                <a:latin typeface="+mn-ea"/>
              </a:rPr>
              <a:t>2025</a:t>
            </a:r>
            <a:r>
              <a:rPr lang="zh-CN" altLang="en-US" b="1" dirty="0">
                <a:latin typeface="+mn-ea"/>
              </a:rPr>
              <a:t>年</a:t>
            </a:r>
            <a:r>
              <a:rPr lang="en-US" altLang="zh-CN" b="1" dirty="0">
                <a:latin typeface="+mn-ea"/>
              </a:rPr>
              <a:t>11</a:t>
            </a:r>
            <a:r>
              <a:rPr lang="zh-CN" altLang="en-US" b="1" dirty="0">
                <a:latin typeface="+mn-ea"/>
              </a:rPr>
              <a:t>月</a:t>
            </a:r>
            <a:r>
              <a:rPr lang="en-US" altLang="zh-CN" b="1" dirty="0">
                <a:latin typeface="+mn-ea"/>
              </a:rPr>
              <a:t>10</a:t>
            </a:r>
            <a:r>
              <a:rPr lang="zh-CN" altLang="en-US" b="1" dirty="0">
                <a:latin typeface="+mn-ea"/>
              </a:rPr>
              <a:t>日</a:t>
            </a:r>
            <a:r>
              <a:rPr lang="en-US" altLang="zh-CN" b="1" dirty="0">
                <a:latin typeface="+mn-ea"/>
              </a:rPr>
              <a:t>19:00-22:00   </a:t>
            </a:r>
            <a:r>
              <a:rPr lang="zh-CN" altLang="en-US" b="1" dirty="0">
                <a:latin typeface="+mn-ea"/>
              </a:rPr>
              <a:t>地点：西区电一楼机房</a:t>
            </a:r>
            <a:r>
              <a:rPr lang="en-US" altLang="zh-CN" b="1" dirty="0">
                <a:latin typeface="+mn-ea"/>
              </a:rPr>
              <a:t>1</a:t>
            </a:r>
            <a:r>
              <a:rPr lang="zh-CN" altLang="en-US" b="1" dirty="0">
                <a:latin typeface="+mn-ea"/>
              </a:rPr>
              <a:t>厅</a:t>
            </a:r>
            <a:endParaRPr lang="en-US" altLang="zh-CN" b="1" dirty="0">
              <a:latin typeface="+mn-ea"/>
            </a:endParaRPr>
          </a:p>
          <a:p>
            <a:pPr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latin typeface="+mn-ea"/>
              </a:rPr>
              <a:t>内容：</a:t>
            </a:r>
            <a:r>
              <a:rPr lang="zh-CN" altLang="en-US" b="1" dirty="0" smtClean="0">
                <a:latin typeface="+mn-ea"/>
              </a:rPr>
              <a:t>结构体</a:t>
            </a:r>
            <a:endParaRPr lang="en-US" altLang="zh-CN" b="1" dirty="0">
              <a:latin typeface="+mn-ea"/>
            </a:endParaRP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 smtClean="0">
                <a:latin typeface="+mn-ea"/>
              </a:rPr>
              <a:t>实验指导书</a:t>
            </a:r>
            <a:r>
              <a:rPr lang="en-US" altLang="zh-CN" sz="2800" b="1" dirty="0" smtClean="0">
                <a:latin typeface="+mn-ea"/>
              </a:rPr>
              <a:t>2.5.2</a:t>
            </a:r>
            <a:r>
              <a:rPr lang="zh-CN" altLang="en-US" sz="2800" b="1" dirty="0" smtClean="0">
                <a:latin typeface="+mn-ea"/>
              </a:rPr>
              <a:t>第</a:t>
            </a:r>
            <a:r>
              <a:rPr lang="en-US" altLang="zh-CN" sz="2800" b="1" dirty="0" smtClean="0">
                <a:latin typeface="+mn-ea"/>
              </a:rPr>
              <a:t>2</a:t>
            </a:r>
            <a:r>
              <a:rPr lang="zh-CN" altLang="en-US" sz="2800" b="1" dirty="0" smtClean="0">
                <a:latin typeface="+mn-ea"/>
              </a:rPr>
              <a:t>题</a:t>
            </a:r>
            <a:r>
              <a:rPr lang="zh-CN" altLang="en-US" sz="2800" b="1" dirty="0">
                <a:latin typeface="+mn-ea"/>
              </a:rPr>
              <a:t>结构体数组的输入与查找</a:t>
            </a:r>
            <a:endParaRPr lang="zh-CN" altLang="en-US" sz="2800" b="1" dirty="0">
              <a:latin typeface="+mn-ea"/>
            </a:endParaRP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800" b="1" dirty="0" smtClean="0">
                <a:latin typeface="+mn-ea"/>
              </a:rPr>
              <a:t>实验</a:t>
            </a:r>
            <a:r>
              <a:rPr lang="zh-CN" altLang="en-US" sz="2800" b="1" dirty="0">
                <a:latin typeface="+mn-ea"/>
              </a:rPr>
              <a:t>指导书</a:t>
            </a:r>
            <a:r>
              <a:rPr lang="en-US" altLang="zh-CN" sz="2800" b="1" dirty="0">
                <a:latin typeface="+mn-ea"/>
              </a:rPr>
              <a:t>2.5.3</a:t>
            </a:r>
            <a:r>
              <a:rPr lang="zh-CN" altLang="en-US" sz="2800" b="1" dirty="0">
                <a:latin typeface="+mn-ea"/>
              </a:rPr>
              <a:t>自主编程练习第</a:t>
            </a:r>
            <a:r>
              <a:rPr lang="en-US" altLang="zh-CN" sz="2800" b="1" dirty="0">
                <a:latin typeface="+mn-ea"/>
              </a:rPr>
              <a:t>2</a:t>
            </a:r>
            <a:r>
              <a:rPr lang="zh-CN" altLang="en-US" sz="2800" b="1" dirty="0">
                <a:latin typeface="+mn-ea"/>
              </a:rPr>
              <a:t>题模拟投票</a:t>
            </a:r>
            <a:endParaRPr lang="zh-CN" altLang="en-US" sz="2800" b="1" dirty="0">
              <a:latin typeface="+mn-ea"/>
            </a:endParaRPr>
          </a:p>
          <a:p>
            <a:pPr lvl="0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65" b="1" dirty="0">
                <a:latin typeface="+mn-ea"/>
              </a:rPr>
              <a:t>上机测试（</a:t>
            </a:r>
            <a:r>
              <a:rPr lang="zh-CN" altLang="en-US" sz="3265" b="1" dirty="0">
                <a:latin typeface="+mn-ea"/>
              </a:rPr>
              <a:t>一个题）：</a:t>
            </a:r>
            <a:r>
              <a:rPr lang="en-US" altLang="zh-CN" sz="3265" b="1" dirty="0">
                <a:latin typeface="+mn-ea"/>
                <a:sym typeface="+mn-ea"/>
              </a:rPr>
              <a:t>2025</a:t>
            </a:r>
            <a:r>
              <a:rPr lang="zh-CN" altLang="en-US" sz="3265" b="1" dirty="0">
                <a:latin typeface="+mn-ea"/>
                <a:sym typeface="+mn-ea"/>
              </a:rPr>
              <a:t>年</a:t>
            </a:r>
            <a:r>
              <a:rPr lang="en-US" altLang="zh-CN" sz="3265" b="1" dirty="0">
                <a:latin typeface="+mn-ea"/>
                <a:sym typeface="+mn-ea"/>
              </a:rPr>
              <a:t>11</a:t>
            </a:r>
            <a:r>
              <a:rPr lang="zh-CN" altLang="en-US" sz="3265" b="1" dirty="0">
                <a:latin typeface="+mn-ea"/>
                <a:sym typeface="+mn-ea"/>
              </a:rPr>
              <a:t>月</a:t>
            </a:r>
            <a:r>
              <a:rPr lang="en-US" altLang="zh-CN" sz="3265" b="1" dirty="0">
                <a:latin typeface="+mn-ea"/>
                <a:sym typeface="+mn-ea"/>
              </a:rPr>
              <a:t>10</a:t>
            </a:r>
            <a:r>
              <a:rPr lang="zh-CN" altLang="en-US" sz="3265" b="1" dirty="0">
                <a:latin typeface="+mn-ea"/>
                <a:sym typeface="+mn-ea"/>
              </a:rPr>
              <a:t>日</a:t>
            </a:r>
            <a:r>
              <a:rPr lang="en-US" altLang="zh-CN" sz="3265" b="1" dirty="0">
                <a:latin typeface="+mn-ea"/>
              </a:rPr>
              <a:t>21:00~21:30</a:t>
            </a:r>
            <a:endParaRPr lang="zh-CN" altLang="en-US" sz="3265" b="1" dirty="0">
              <a:latin typeface="+mn-ea"/>
            </a:endParaRP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endParaRPr lang="en-US" altLang="zh-CN" sz="2800" b="1" dirty="0">
              <a:latin typeface="+mn-ea"/>
            </a:endParaRP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rgbClr val="FF0000"/>
              </a:buClr>
              <a:buFont typeface="Wingdings" panose="05000000000000000000" pitchFamily="2" charset="2"/>
              <a:buChar char="u"/>
              <a:defRPr/>
            </a:pPr>
            <a:endParaRPr lang="en-US" altLang="zh-CN" sz="2800" b="1" dirty="0">
              <a:latin typeface="+mn-ea"/>
            </a:endParaRPr>
          </a:p>
          <a:p>
            <a:pPr lvl="1">
              <a:spcBef>
                <a:spcPts val="1200"/>
              </a:spcBef>
              <a:buClr>
                <a:srgbClr val="FF0000"/>
              </a:buClr>
              <a:buNone/>
              <a:defRPr/>
            </a:pPr>
            <a:endParaRPr lang="en-US" altLang="zh-C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6250" y="365125"/>
            <a:ext cx="8830310" cy="604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3855"/>
          </a:xfrm>
        </p:spPr>
        <p:txBody>
          <a:bodyPr>
            <a:normAutofit fontScale="90000"/>
          </a:bodyPr>
          <a:p>
            <a:r>
              <a:rPr lang="zh-CN" altLang="en-US" sz="2400"/>
              <a:t>模拟投票</a:t>
            </a:r>
            <a:endParaRPr lang="zh-CN" altLang="en-US" sz="240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9815" y="728980"/>
            <a:ext cx="9656445" cy="58985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zcxYzFlYWI3Nzk4NjUzMjczMzA0YzNlZDBjOTU1ZTk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演示</Application>
  <PresentationFormat>自定义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楷体_GB2312</vt:lpstr>
      <vt:lpstr>新宋体</vt:lpstr>
      <vt:lpstr>等线 Light</vt:lpstr>
      <vt:lpstr>等线</vt:lpstr>
      <vt:lpstr>微软雅黑</vt:lpstr>
      <vt:lpstr>Arial Unicode MS</vt:lpstr>
      <vt:lpstr>Office 主题​​</vt:lpstr>
      <vt:lpstr>第五次上机</vt:lpstr>
      <vt:lpstr>PowerPoint 演示文稿</vt:lpstr>
      <vt:lpstr>模拟投票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第一次上机</dc:title>
  <dc:creator>Alice Qin</dc:creator>
  <cp:lastModifiedBy>江渚渔樵</cp:lastModifiedBy>
  <cp:revision>161</cp:revision>
  <dcterms:created xsi:type="dcterms:W3CDTF">2022-10-02T07:25:00Z</dcterms:created>
  <dcterms:modified xsi:type="dcterms:W3CDTF">2025-11-10T06:01:01Z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1891F9DE8937460E9A92B1854B8937DA_13</vt:lpwstr>
  </property>
  <property fmtid="{D5CDD505-2E9C-101B-9397-08002B2CF9AE}" pid="3" name="KSOProductBuildVer">
    <vt:lpwstr>2052-12.1.0.23125</vt:lpwstr>
  </property>
</Properties>
</file>