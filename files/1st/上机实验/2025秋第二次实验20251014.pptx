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654" r:id="rId4"/>
    <p:sldId id="568" r:id="rId6"/>
    <p:sldId id="672" r:id="rId7"/>
    <p:sldId id="661" r:id="rId8"/>
    <p:sldId id="662" r:id="rId9"/>
    <p:sldId id="664" r:id="rId10"/>
    <p:sldId id="675" r:id="rId11"/>
    <p:sldId id="674" r:id="rId12"/>
    <p:sldId id="666" r:id="rId13"/>
    <p:sldId id="667" r:id="rId14"/>
    <p:sldId id="668" r:id="rId15"/>
    <p:sldId id="660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387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90151B-E0E1-4595-8868-FF2716007FF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8685443E-AEEF-49B6-B17E-0046D619D61C}">
      <dgm:prSet/>
      <dgm:spPr/>
      <dgm:t>
        <a:bodyPr/>
        <a:lstStyle/>
        <a:p>
          <a:r>
            <a:rPr lang="zh-CN"/>
            <a:t>命名规范</a:t>
          </a:r>
        </a:p>
      </dgm:t>
    </dgm:pt>
    <dgm:pt modelId="{123000ED-2F04-4712-9A93-FFE26457F510}" cxnId="{99FE60F8-95F9-425B-81CE-A15F9743F6D5}" type="parTrans">
      <dgm:prSet/>
      <dgm:spPr/>
      <dgm:t>
        <a:bodyPr/>
        <a:lstStyle/>
        <a:p>
          <a:endParaRPr lang="zh-CN" altLang="en-US"/>
        </a:p>
      </dgm:t>
    </dgm:pt>
    <dgm:pt modelId="{407C79DB-55F7-40D1-BEF2-CBFE9853298F}" cxnId="{99FE60F8-95F9-425B-81CE-A15F9743F6D5}" type="sibTrans">
      <dgm:prSet/>
      <dgm:spPr/>
      <dgm:t>
        <a:bodyPr/>
        <a:lstStyle/>
        <a:p>
          <a:endParaRPr lang="zh-CN" altLang="en-US"/>
        </a:p>
      </dgm:t>
    </dgm:pt>
    <dgm:pt modelId="{61E835A3-0C22-428E-A846-AC2CE795A9E0}">
      <dgm:prSet/>
      <dgm:spPr/>
      <dgm:t>
        <a:bodyPr/>
        <a:lstStyle/>
        <a:p>
          <a:r>
            <a:rPr lang="zh-CN"/>
            <a:t>注释规范</a:t>
          </a:r>
        </a:p>
      </dgm:t>
    </dgm:pt>
    <dgm:pt modelId="{F07B9080-5789-4F13-9540-D28B04BE6342}" cxnId="{3A1B10B9-7ACE-46FC-9E51-8CA3EC576316}" type="parTrans">
      <dgm:prSet/>
      <dgm:spPr/>
      <dgm:t>
        <a:bodyPr/>
        <a:lstStyle/>
        <a:p>
          <a:endParaRPr lang="zh-CN" altLang="en-US"/>
        </a:p>
      </dgm:t>
    </dgm:pt>
    <dgm:pt modelId="{C1057EEF-3AB4-4879-A4EB-6914871C4F77}" cxnId="{3A1B10B9-7ACE-46FC-9E51-8CA3EC576316}" type="sibTrans">
      <dgm:prSet/>
      <dgm:spPr/>
      <dgm:t>
        <a:bodyPr/>
        <a:lstStyle/>
        <a:p>
          <a:endParaRPr lang="zh-CN" altLang="en-US"/>
        </a:p>
      </dgm:t>
    </dgm:pt>
    <dgm:pt modelId="{18E7C530-F369-469A-BAC4-9A91619B9541}">
      <dgm:prSet/>
      <dgm:spPr/>
      <dgm:t>
        <a:bodyPr/>
        <a:lstStyle/>
        <a:p>
          <a:r>
            <a:rPr lang="zh-CN"/>
            <a:t>头文件</a:t>
          </a:r>
        </a:p>
      </dgm:t>
    </dgm:pt>
    <dgm:pt modelId="{0FFC4139-D01E-4795-8956-E2C70943DF9E}" cxnId="{70CD2355-4B87-4530-B625-31A4BE49F1F3}" type="parTrans">
      <dgm:prSet/>
      <dgm:spPr/>
      <dgm:t>
        <a:bodyPr/>
        <a:lstStyle/>
        <a:p>
          <a:endParaRPr lang="zh-CN" altLang="en-US"/>
        </a:p>
      </dgm:t>
    </dgm:pt>
    <dgm:pt modelId="{A64D8190-7743-4BE5-A2EB-9FE6AF5B0F53}" cxnId="{70CD2355-4B87-4530-B625-31A4BE49F1F3}" type="sibTrans">
      <dgm:prSet/>
      <dgm:spPr/>
      <dgm:t>
        <a:bodyPr/>
        <a:lstStyle/>
        <a:p>
          <a:endParaRPr lang="zh-CN" altLang="en-US"/>
        </a:p>
      </dgm:t>
    </dgm:pt>
    <dgm:pt modelId="{F3BBAB8B-E2B5-4D56-ABC5-0548DC2E64C3}">
      <dgm:prSet/>
      <dgm:spPr/>
      <dgm:t>
        <a:bodyPr/>
        <a:lstStyle/>
        <a:p>
          <a:r>
            <a:rPr lang="zh-CN"/>
            <a:t>函数规范</a:t>
          </a:r>
        </a:p>
      </dgm:t>
    </dgm:pt>
    <dgm:pt modelId="{7F5002D9-518C-4449-BC28-F126837411DD}" cxnId="{6C3C7681-915E-4CA4-B603-2418D217679F}" type="parTrans">
      <dgm:prSet/>
      <dgm:spPr/>
      <dgm:t>
        <a:bodyPr/>
        <a:lstStyle/>
        <a:p>
          <a:endParaRPr lang="zh-CN" altLang="en-US"/>
        </a:p>
      </dgm:t>
    </dgm:pt>
    <dgm:pt modelId="{176A70A9-8D83-4467-9E83-917CCC4733EF}" cxnId="{6C3C7681-915E-4CA4-B603-2418D217679F}" type="sibTrans">
      <dgm:prSet/>
      <dgm:spPr/>
      <dgm:t>
        <a:bodyPr/>
        <a:lstStyle/>
        <a:p>
          <a:endParaRPr lang="zh-CN" altLang="en-US"/>
        </a:p>
      </dgm:t>
    </dgm:pt>
    <dgm:pt modelId="{2CDBA3AB-4D08-4769-9C6B-CA441F58C184}">
      <dgm:prSet/>
      <dgm:spPr/>
      <dgm:t>
        <a:bodyPr/>
        <a:lstStyle/>
        <a:p>
          <a:r>
            <a:rPr lang="zh-CN"/>
            <a:t>宏定义</a:t>
          </a:r>
        </a:p>
      </dgm:t>
    </dgm:pt>
    <dgm:pt modelId="{CE5FAC4D-1C04-449D-BA72-039C991F49D3}" cxnId="{0CBCD31E-1F82-4CA1-8A1A-453A5DE046BE}" type="parTrans">
      <dgm:prSet/>
      <dgm:spPr/>
      <dgm:t>
        <a:bodyPr/>
        <a:lstStyle/>
        <a:p>
          <a:endParaRPr lang="zh-CN" altLang="en-US"/>
        </a:p>
      </dgm:t>
    </dgm:pt>
    <dgm:pt modelId="{B4D73D98-E4D6-4478-BECE-626B17E6DF8A}" cxnId="{0CBCD31E-1F82-4CA1-8A1A-453A5DE046BE}" type="sibTrans">
      <dgm:prSet/>
      <dgm:spPr/>
      <dgm:t>
        <a:bodyPr/>
        <a:lstStyle/>
        <a:p>
          <a:endParaRPr lang="zh-CN" altLang="en-US"/>
        </a:p>
      </dgm:t>
    </dgm:pt>
    <dgm:pt modelId="{D119CBA6-9552-40DE-9EDF-77E91EE937E5}">
      <dgm:prSet/>
      <dgm:spPr/>
      <dgm:t>
        <a:bodyPr/>
        <a:lstStyle/>
        <a:p>
          <a:r>
            <a:rPr lang="zh-CN"/>
            <a:t>变量规范</a:t>
          </a:r>
        </a:p>
      </dgm:t>
    </dgm:pt>
    <dgm:pt modelId="{6D08FE62-AA5D-40F9-BBF8-1A4E3245A2FB}" cxnId="{3BE33A24-B3F9-448E-A133-3379185A3C95}" type="parTrans">
      <dgm:prSet/>
      <dgm:spPr/>
      <dgm:t>
        <a:bodyPr/>
        <a:lstStyle/>
        <a:p>
          <a:endParaRPr lang="zh-CN" altLang="en-US"/>
        </a:p>
      </dgm:t>
    </dgm:pt>
    <dgm:pt modelId="{F46CEC53-99B8-48CA-849B-64203BEC0AFE}" cxnId="{3BE33A24-B3F9-448E-A133-3379185A3C95}" type="sibTrans">
      <dgm:prSet/>
      <dgm:spPr/>
      <dgm:t>
        <a:bodyPr/>
        <a:lstStyle/>
        <a:p>
          <a:endParaRPr lang="zh-CN" altLang="en-US"/>
        </a:p>
      </dgm:t>
    </dgm:pt>
    <dgm:pt modelId="{246D9492-F68C-4AD4-B5C6-004D566D04C0}">
      <dgm:prSet/>
      <dgm:spPr/>
      <dgm:t>
        <a:bodyPr/>
        <a:lstStyle/>
        <a:p>
          <a:r>
            <a:rPr lang="zh-CN"/>
            <a:t>编程实践</a:t>
          </a:r>
        </a:p>
      </dgm:t>
    </dgm:pt>
    <dgm:pt modelId="{C87F179D-2BA4-414F-8B9C-788AF14A1FF9}" cxnId="{E434AA0A-7B82-45D9-B07F-D90E25BC7016}" type="parTrans">
      <dgm:prSet/>
      <dgm:spPr/>
      <dgm:t>
        <a:bodyPr/>
        <a:lstStyle/>
        <a:p>
          <a:endParaRPr lang="zh-CN" altLang="en-US"/>
        </a:p>
      </dgm:t>
    </dgm:pt>
    <dgm:pt modelId="{8309858F-A4B8-46FC-AC64-CAAEFDDFA6D9}" cxnId="{E434AA0A-7B82-45D9-B07F-D90E25BC7016}" type="sibTrans">
      <dgm:prSet/>
      <dgm:spPr/>
      <dgm:t>
        <a:bodyPr/>
        <a:lstStyle/>
        <a:p>
          <a:endParaRPr lang="zh-CN" altLang="en-US"/>
        </a:p>
      </dgm:t>
    </dgm:pt>
    <dgm:pt modelId="{35159C4F-BA3D-40EA-93D6-567E784271EA}" type="pres">
      <dgm:prSet presAssocID="{E790151B-E0E1-4595-8868-FF2716007FF0}" presName="CompostProcess" presStyleCnt="0">
        <dgm:presLayoutVars>
          <dgm:dir/>
          <dgm:resizeHandles val="exact"/>
        </dgm:presLayoutVars>
      </dgm:prSet>
      <dgm:spPr/>
    </dgm:pt>
    <dgm:pt modelId="{57C57DDB-ADF6-452B-BC34-8BEAEF394474}" type="pres">
      <dgm:prSet presAssocID="{E790151B-E0E1-4595-8868-FF2716007FF0}" presName="arrow" presStyleLbl="bgShp" presStyleIdx="0" presStyleCnt="1"/>
      <dgm:spPr>
        <a:noFill/>
      </dgm:spPr>
    </dgm:pt>
    <dgm:pt modelId="{C8AADA08-687E-4181-BE9A-7CF7BA8A8010}" type="pres">
      <dgm:prSet presAssocID="{E790151B-E0E1-4595-8868-FF2716007FF0}" presName="linearProcess" presStyleCnt="0"/>
      <dgm:spPr/>
    </dgm:pt>
    <dgm:pt modelId="{B09F40BD-CCEF-4B73-993F-088EC1826F69}" type="pres">
      <dgm:prSet presAssocID="{8685443E-AEEF-49B6-B17E-0046D619D61C}" presName="textNode" presStyleLbl="node1" presStyleIdx="0" presStyleCnt="7">
        <dgm:presLayoutVars>
          <dgm:bulletEnabled val="1"/>
        </dgm:presLayoutVars>
      </dgm:prSet>
      <dgm:spPr/>
    </dgm:pt>
    <dgm:pt modelId="{F32E9D4F-AAF4-4398-8C54-CCC06148075B}" type="pres">
      <dgm:prSet presAssocID="{407C79DB-55F7-40D1-BEF2-CBFE9853298F}" presName="sibTrans" presStyleCnt="0"/>
      <dgm:spPr/>
    </dgm:pt>
    <dgm:pt modelId="{0D94ACE3-4BC6-4096-BB23-C6A53B92F556}" type="pres">
      <dgm:prSet presAssocID="{61E835A3-0C22-428E-A846-AC2CE795A9E0}" presName="textNode" presStyleLbl="node1" presStyleIdx="1" presStyleCnt="7">
        <dgm:presLayoutVars>
          <dgm:bulletEnabled val="1"/>
        </dgm:presLayoutVars>
      </dgm:prSet>
      <dgm:spPr/>
    </dgm:pt>
    <dgm:pt modelId="{75D6F6E6-704C-4249-B83B-EB1385ACE66B}" type="pres">
      <dgm:prSet presAssocID="{C1057EEF-3AB4-4879-A4EB-6914871C4F77}" presName="sibTrans" presStyleCnt="0"/>
      <dgm:spPr/>
    </dgm:pt>
    <dgm:pt modelId="{BB0143A3-F798-4466-AB47-BF35F92CDD89}" type="pres">
      <dgm:prSet presAssocID="{18E7C530-F369-469A-BAC4-9A91619B9541}" presName="textNode" presStyleLbl="node1" presStyleIdx="2" presStyleCnt="7">
        <dgm:presLayoutVars>
          <dgm:bulletEnabled val="1"/>
        </dgm:presLayoutVars>
      </dgm:prSet>
      <dgm:spPr/>
    </dgm:pt>
    <dgm:pt modelId="{5D59A334-CCD9-48F5-99AE-5F9C2FF68E32}" type="pres">
      <dgm:prSet presAssocID="{A64D8190-7743-4BE5-A2EB-9FE6AF5B0F53}" presName="sibTrans" presStyleCnt="0"/>
      <dgm:spPr/>
    </dgm:pt>
    <dgm:pt modelId="{4003E73D-BBC7-483C-9A67-C4E8543C6990}" type="pres">
      <dgm:prSet presAssocID="{F3BBAB8B-E2B5-4D56-ABC5-0548DC2E64C3}" presName="textNode" presStyleLbl="node1" presStyleIdx="3" presStyleCnt="7">
        <dgm:presLayoutVars>
          <dgm:bulletEnabled val="1"/>
        </dgm:presLayoutVars>
      </dgm:prSet>
      <dgm:spPr/>
    </dgm:pt>
    <dgm:pt modelId="{CC5D905D-11EF-4E50-A3C2-ECD4D2F09F4A}" type="pres">
      <dgm:prSet presAssocID="{176A70A9-8D83-4467-9E83-917CCC4733EF}" presName="sibTrans" presStyleCnt="0"/>
      <dgm:spPr/>
    </dgm:pt>
    <dgm:pt modelId="{29FDEA99-0F29-46BD-B0FB-A71BED1C8F3A}" type="pres">
      <dgm:prSet presAssocID="{2CDBA3AB-4D08-4769-9C6B-CA441F58C184}" presName="textNode" presStyleLbl="node1" presStyleIdx="4" presStyleCnt="7">
        <dgm:presLayoutVars>
          <dgm:bulletEnabled val="1"/>
        </dgm:presLayoutVars>
      </dgm:prSet>
      <dgm:spPr/>
    </dgm:pt>
    <dgm:pt modelId="{4DDFDF8C-7D6C-49F2-80F3-A0528504F57B}" type="pres">
      <dgm:prSet presAssocID="{B4D73D98-E4D6-4478-BECE-626B17E6DF8A}" presName="sibTrans" presStyleCnt="0"/>
      <dgm:spPr/>
    </dgm:pt>
    <dgm:pt modelId="{3A965FB7-06FF-4355-A2BF-D10091412852}" type="pres">
      <dgm:prSet presAssocID="{D119CBA6-9552-40DE-9EDF-77E91EE937E5}" presName="textNode" presStyleLbl="node1" presStyleIdx="5" presStyleCnt="7">
        <dgm:presLayoutVars>
          <dgm:bulletEnabled val="1"/>
        </dgm:presLayoutVars>
      </dgm:prSet>
      <dgm:spPr/>
    </dgm:pt>
    <dgm:pt modelId="{72226C7D-88F5-4AB9-B227-7DFFFB505793}" type="pres">
      <dgm:prSet presAssocID="{F46CEC53-99B8-48CA-849B-64203BEC0AFE}" presName="sibTrans" presStyleCnt="0"/>
      <dgm:spPr/>
    </dgm:pt>
    <dgm:pt modelId="{C6ACE8A5-9AE7-4DE1-95AB-E3F594DAAABA}" type="pres">
      <dgm:prSet presAssocID="{246D9492-F68C-4AD4-B5C6-004D566D04C0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D9ED0B09-214A-40A2-86DE-108654AA6D0B}" type="presOf" srcId="{2CDBA3AB-4D08-4769-9C6B-CA441F58C184}" destId="{29FDEA99-0F29-46BD-B0FB-A71BED1C8F3A}" srcOrd="0" destOrd="0" presId="urn:microsoft.com/office/officeart/2005/8/layout/hProcess9"/>
    <dgm:cxn modelId="{E434AA0A-7B82-45D9-B07F-D90E25BC7016}" srcId="{E790151B-E0E1-4595-8868-FF2716007FF0}" destId="{246D9492-F68C-4AD4-B5C6-004D566D04C0}" srcOrd="6" destOrd="0" parTransId="{C87F179D-2BA4-414F-8B9C-788AF14A1FF9}" sibTransId="{8309858F-A4B8-46FC-AC64-CAAEFDDFA6D9}"/>
    <dgm:cxn modelId="{B366250C-3838-417F-A4F5-5946FE211EF1}" type="presOf" srcId="{246D9492-F68C-4AD4-B5C6-004D566D04C0}" destId="{C6ACE8A5-9AE7-4DE1-95AB-E3F594DAAABA}" srcOrd="0" destOrd="0" presId="urn:microsoft.com/office/officeart/2005/8/layout/hProcess9"/>
    <dgm:cxn modelId="{0CBCD31E-1F82-4CA1-8A1A-453A5DE046BE}" srcId="{E790151B-E0E1-4595-8868-FF2716007FF0}" destId="{2CDBA3AB-4D08-4769-9C6B-CA441F58C184}" srcOrd="4" destOrd="0" parTransId="{CE5FAC4D-1C04-449D-BA72-039C991F49D3}" sibTransId="{B4D73D98-E4D6-4478-BECE-626B17E6DF8A}"/>
    <dgm:cxn modelId="{B1B9E223-5CB4-420F-8082-3A414117E9D3}" type="presOf" srcId="{61E835A3-0C22-428E-A846-AC2CE795A9E0}" destId="{0D94ACE3-4BC6-4096-BB23-C6A53B92F556}" srcOrd="0" destOrd="0" presId="urn:microsoft.com/office/officeart/2005/8/layout/hProcess9"/>
    <dgm:cxn modelId="{3BE33A24-B3F9-448E-A133-3379185A3C95}" srcId="{E790151B-E0E1-4595-8868-FF2716007FF0}" destId="{D119CBA6-9552-40DE-9EDF-77E91EE937E5}" srcOrd="5" destOrd="0" parTransId="{6D08FE62-AA5D-40F9-BBF8-1A4E3245A2FB}" sibTransId="{F46CEC53-99B8-48CA-849B-64203BEC0AFE}"/>
    <dgm:cxn modelId="{BCE18546-3754-46D2-9EC4-73142C6884DE}" type="presOf" srcId="{F3BBAB8B-E2B5-4D56-ABC5-0548DC2E64C3}" destId="{4003E73D-BBC7-483C-9A67-C4E8543C6990}" srcOrd="0" destOrd="0" presId="urn:microsoft.com/office/officeart/2005/8/layout/hProcess9"/>
    <dgm:cxn modelId="{70CD2355-4B87-4530-B625-31A4BE49F1F3}" srcId="{E790151B-E0E1-4595-8868-FF2716007FF0}" destId="{18E7C530-F369-469A-BAC4-9A91619B9541}" srcOrd="2" destOrd="0" parTransId="{0FFC4139-D01E-4795-8956-E2C70943DF9E}" sibTransId="{A64D8190-7743-4BE5-A2EB-9FE6AF5B0F53}"/>
    <dgm:cxn modelId="{6C3C7681-915E-4CA4-B603-2418D217679F}" srcId="{E790151B-E0E1-4595-8868-FF2716007FF0}" destId="{F3BBAB8B-E2B5-4D56-ABC5-0548DC2E64C3}" srcOrd="3" destOrd="0" parTransId="{7F5002D9-518C-4449-BC28-F126837411DD}" sibTransId="{176A70A9-8D83-4467-9E83-917CCC4733EF}"/>
    <dgm:cxn modelId="{3B24C38F-4E35-40E3-A9E6-B3301F67996F}" type="presOf" srcId="{8685443E-AEEF-49B6-B17E-0046D619D61C}" destId="{B09F40BD-CCEF-4B73-993F-088EC1826F69}" srcOrd="0" destOrd="0" presId="urn:microsoft.com/office/officeart/2005/8/layout/hProcess9"/>
    <dgm:cxn modelId="{CC0644A3-2689-4B6E-A5FF-3DDDF202A162}" type="presOf" srcId="{18E7C530-F369-469A-BAC4-9A91619B9541}" destId="{BB0143A3-F798-4466-AB47-BF35F92CDD89}" srcOrd="0" destOrd="0" presId="urn:microsoft.com/office/officeart/2005/8/layout/hProcess9"/>
    <dgm:cxn modelId="{3ABEE4B5-E038-4A84-B940-B1163FD6EC06}" type="presOf" srcId="{E790151B-E0E1-4595-8868-FF2716007FF0}" destId="{35159C4F-BA3D-40EA-93D6-567E784271EA}" srcOrd="0" destOrd="0" presId="urn:microsoft.com/office/officeart/2005/8/layout/hProcess9"/>
    <dgm:cxn modelId="{3A1B10B9-7ACE-46FC-9E51-8CA3EC576316}" srcId="{E790151B-E0E1-4595-8868-FF2716007FF0}" destId="{61E835A3-0C22-428E-A846-AC2CE795A9E0}" srcOrd="1" destOrd="0" parTransId="{F07B9080-5789-4F13-9540-D28B04BE6342}" sibTransId="{C1057EEF-3AB4-4879-A4EB-6914871C4F77}"/>
    <dgm:cxn modelId="{382AD3E4-E267-4877-BCBF-4ED0DAF038AC}" type="presOf" srcId="{D119CBA6-9552-40DE-9EDF-77E91EE937E5}" destId="{3A965FB7-06FF-4355-A2BF-D10091412852}" srcOrd="0" destOrd="0" presId="urn:microsoft.com/office/officeart/2005/8/layout/hProcess9"/>
    <dgm:cxn modelId="{99FE60F8-95F9-425B-81CE-A15F9743F6D5}" srcId="{E790151B-E0E1-4595-8868-FF2716007FF0}" destId="{8685443E-AEEF-49B6-B17E-0046D619D61C}" srcOrd="0" destOrd="0" parTransId="{123000ED-2F04-4712-9A93-FFE26457F510}" sibTransId="{407C79DB-55F7-40D1-BEF2-CBFE9853298F}"/>
    <dgm:cxn modelId="{252E4DC7-DC60-49BA-92EF-DFD50F23816A}" type="presParOf" srcId="{35159C4F-BA3D-40EA-93D6-567E784271EA}" destId="{57C57DDB-ADF6-452B-BC34-8BEAEF394474}" srcOrd="0" destOrd="0" presId="urn:microsoft.com/office/officeart/2005/8/layout/hProcess9"/>
    <dgm:cxn modelId="{807C7869-EB19-415B-ADDE-6C87A39E42C5}" type="presParOf" srcId="{35159C4F-BA3D-40EA-93D6-567E784271EA}" destId="{C8AADA08-687E-4181-BE9A-7CF7BA8A8010}" srcOrd="1" destOrd="0" presId="urn:microsoft.com/office/officeart/2005/8/layout/hProcess9"/>
    <dgm:cxn modelId="{8A8F27C0-2580-4100-B93B-0FD521D49506}" type="presParOf" srcId="{C8AADA08-687E-4181-BE9A-7CF7BA8A8010}" destId="{B09F40BD-CCEF-4B73-993F-088EC1826F69}" srcOrd="0" destOrd="0" presId="urn:microsoft.com/office/officeart/2005/8/layout/hProcess9"/>
    <dgm:cxn modelId="{EA1420A6-F058-4CB0-8A74-35845EC79037}" type="presParOf" srcId="{C8AADA08-687E-4181-BE9A-7CF7BA8A8010}" destId="{F32E9D4F-AAF4-4398-8C54-CCC06148075B}" srcOrd="1" destOrd="0" presId="urn:microsoft.com/office/officeart/2005/8/layout/hProcess9"/>
    <dgm:cxn modelId="{A9D0B850-F37D-4128-88D6-ADF6F0A1D034}" type="presParOf" srcId="{C8AADA08-687E-4181-BE9A-7CF7BA8A8010}" destId="{0D94ACE3-4BC6-4096-BB23-C6A53B92F556}" srcOrd="2" destOrd="0" presId="urn:microsoft.com/office/officeart/2005/8/layout/hProcess9"/>
    <dgm:cxn modelId="{0D508BFE-2BA9-4C58-9F35-32CD608752BD}" type="presParOf" srcId="{C8AADA08-687E-4181-BE9A-7CF7BA8A8010}" destId="{75D6F6E6-704C-4249-B83B-EB1385ACE66B}" srcOrd="3" destOrd="0" presId="urn:microsoft.com/office/officeart/2005/8/layout/hProcess9"/>
    <dgm:cxn modelId="{37DFCBC9-8B2D-4660-A687-914456551BD5}" type="presParOf" srcId="{C8AADA08-687E-4181-BE9A-7CF7BA8A8010}" destId="{BB0143A3-F798-4466-AB47-BF35F92CDD89}" srcOrd="4" destOrd="0" presId="urn:microsoft.com/office/officeart/2005/8/layout/hProcess9"/>
    <dgm:cxn modelId="{8F6D852C-4DC7-4ABF-935C-E9135F416A13}" type="presParOf" srcId="{C8AADA08-687E-4181-BE9A-7CF7BA8A8010}" destId="{5D59A334-CCD9-48F5-99AE-5F9C2FF68E32}" srcOrd="5" destOrd="0" presId="urn:microsoft.com/office/officeart/2005/8/layout/hProcess9"/>
    <dgm:cxn modelId="{79FEC21E-4541-4824-A99F-0110071A106F}" type="presParOf" srcId="{C8AADA08-687E-4181-BE9A-7CF7BA8A8010}" destId="{4003E73D-BBC7-483C-9A67-C4E8543C6990}" srcOrd="6" destOrd="0" presId="urn:microsoft.com/office/officeart/2005/8/layout/hProcess9"/>
    <dgm:cxn modelId="{DBED27ED-989F-49E5-B3A7-BD8ED118B15D}" type="presParOf" srcId="{C8AADA08-687E-4181-BE9A-7CF7BA8A8010}" destId="{CC5D905D-11EF-4E50-A3C2-ECD4D2F09F4A}" srcOrd="7" destOrd="0" presId="urn:microsoft.com/office/officeart/2005/8/layout/hProcess9"/>
    <dgm:cxn modelId="{26DA12E7-84C8-4AB7-8E65-13A883BA1864}" type="presParOf" srcId="{C8AADA08-687E-4181-BE9A-7CF7BA8A8010}" destId="{29FDEA99-0F29-46BD-B0FB-A71BED1C8F3A}" srcOrd="8" destOrd="0" presId="urn:microsoft.com/office/officeart/2005/8/layout/hProcess9"/>
    <dgm:cxn modelId="{AF1C7103-4092-4B4F-A297-2A08B7491732}" type="presParOf" srcId="{C8AADA08-687E-4181-BE9A-7CF7BA8A8010}" destId="{4DDFDF8C-7D6C-49F2-80F3-A0528504F57B}" srcOrd="9" destOrd="0" presId="urn:microsoft.com/office/officeart/2005/8/layout/hProcess9"/>
    <dgm:cxn modelId="{D6F00A45-0625-4CE2-AE36-35B01AA3D2D8}" type="presParOf" srcId="{C8AADA08-687E-4181-BE9A-7CF7BA8A8010}" destId="{3A965FB7-06FF-4355-A2BF-D10091412852}" srcOrd="10" destOrd="0" presId="urn:microsoft.com/office/officeart/2005/8/layout/hProcess9"/>
    <dgm:cxn modelId="{E7C023D7-99B9-409A-93BC-4C17A6B030CA}" type="presParOf" srcId="{C8AADA08-687E-4181-BE9A-7CF7BA8A8010}" destId="{72226C7D-88F5-4AB9-B227-7DFFFB505793}" srcOrd="11" destOrd="0" presId="urn:microsoft.com/office/officeart/2005/8/layout/hProcess9"/>
    <dgm:cxn modelId="{F6FE8D58-AE28-4745-98FB-3329B794112C}" type="presParOf" srcId="{C8AADA08-687E-4181-BE9A-7CF7BA8A8010}" destId="{C6ACE8A5-9AE7-4DE1-95AB-E3F594DAAABA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858500" cy="4864100"/>
        <a:chOff x="0" y="0"/>
        <a:chExt cx="10858500" cy="4864100"/>
      </a:xfrm>
    </dsp:grpSpPr>
    <dsp:sp modelId="{57C57DDB-ADF6-452B-BC34-8BEAEF394474}">
      <dsp:nvSpPr>
        <dsp:cNvPr id="3" name="右箭头 2"/>
        <dsp:cNvSpPr/>
      </dsp:nvSpPr>
      <dsp:spPr bwMode="white">
        <a:xfrm>
          <a:off x="814388" y="0"/>
          <a:ext cx="9229725" cy="4864100"/>
        </a:xfrm>
        <a:prstGeom prst="rightArrow">
          <a:avLst/>
        </a:prstGeom>
        <a:noFill/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814388" y="0"/>
        <a:ext cx="9229725" cy="4864100"/>
      </dsp:txXfrm>
    </dsp:sp>
    <dsp:sp modelId="{B09F40BD-CCEF-4B73-993F-088EC1826F69}">
      <dsp:nvSpPr>
        <dsp:cNvPr id="4" name="圆角矩形 3"/>
        <dsp:cNvSpPr/>
      </dsp:nvSpPr>
      <dsp:spPr bwMode="white">
        <a:xfrm>
          <a:off x="0" y="1459230"/>
          <a:ext cx="1357313" cy="19456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命名规范</a:t>
          </a:r>
        </a:p>
      </dsp:txBody>
      <dsp:txXfrm>
        <a:off x="0" y="1459230"/>
        <a:ext cx="1357313" cy="1945640"/>
      </dsp:txXfrm>
    </dsp:sp>
    <dsp:sp modelId="{0D94ACE3-4BC6-4096-BB23-C6A53B92F556}">
      <dsp:nvSpPr>
        <dsp:cNvPr id="5" name="圆角矩形 4"/>
        <dsp:cNvSpPr/>
      </dsp:nvSpPr>
      <dsp:spPr bwMode="white">
        <a:xfrm>
          <a:off x="1583531" y="1459230"/>
          <a:ext cx="1357313" cy="19456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注释规范</a:t>
          </a:r>
        </a:p>
      </dsp:txBody>
      <dsp:txXfrm>
        <a:off x="1583531" y="1459230"/>
        <a:ext cx="1357313" cy="1945640"/>
      </dsp:txXfrm>
    </dsp:sp>
    <dsp:sp modelId="{BB0143A3-F798-4466-AB47-BF35F92CDD89}">
      <dsp:nvSpPr>
        <dsp:cNvPr id="6" name="圆角矩形 5"/>
        <dsp:cNvSpPr/>
      </dsp:nvSpPr>
      <dsp:spPr bwMode="white">
        <a:xfrm>
          <a:off x="3167063" y="1459230"/>
          <a:ext cx="1357313" cy="19456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头文件</a:t>
          </a:r>
        </a:p>
      </dsp:txBody>
      <dsp:txXfrm>
        <a:off x="3167063" y="1459230"/>
        <a:ext cx="1357313" cy="1945640"/>
      </dsp:txXfrm>
    </dsp:sp>
    <dsp:sp modelId="{4003E73D-BBC7-483C-9A67-C4E8543C6990}">
      <dsp:nvSpPr>
        <dsp:cNvPr id="7" name="圆角矩形 6"/>
        <dsp:cNvSpPr/>
      </dsp:nvSpPr>
      <dsp:spPr bwMode="white">
        <a:xfrm>
          <a:off x="4750594" y="1459230"/>
          <a:ext cx="1357313" cy="19456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函数规范</a:t>
          </a:r>
        </a:p>
      </dsp:txBody>
      <dsp:txXfrm>
        <a:off x="4750594" y="1459230"/>
        <a:ext cx="1357313" cy="1945640"/>
      </dsp:txXfrm>
    </dsp:sp>
    <dsp:sp modelId="{29FDEA99-0F29-46BD-B0FB-A71BED1C8F3A}">
      <dsp:nvSpPr>
        <dsp:cNvPr id="8" name="圆角矩形 7"/>
        <dsp:cNvSpPr/>
      </dsp:nvSpPr>
      <dsp:spPr bwMode="white">
        <a:xfrm>
          <a:off x="6334125" y="1459230"/>
          <a:ext cx="1357313" cy="19456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宏定义</a:t>
          </a:r>
        </a:p>
      </dsp:txBody>
      <dsp:txXfrm>
        <a:off x="6334125" y="1459230"/>
        <a:ext cx="1357313" cy="1945640"/>
      </dsp:txXfrm>
    </dsp:sp>
    <dsp:sp modelId="{3A965FB7-06FF-4355-A2BF-D10091412852}">
      <dsp:nvSpPr>
        <dsp:cNvPr id="9" name="圆角矩形 8"/>
        <dsp:cNvSpPr/>
      </dsp:nvSpPr>
      <dsp:spPr bwMode="white">
        <a:xfrm>
          <a:off x="7917656" y="1459230"/>
          <a:ext cx="1357313" cy="19456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变量规范</a:t>
          </a:r>
        </a:p>
      </dsp:txBody>
      <dsp:txXfrm>
        <a:off x="7917656" y="1459230"/>
        <a:ext cx="1357313" cy="1945640"/>
      </dsp:txXfrm>
    </dsp:sp>
    <dsp:sp modelId="{C6ACE8A5-9AE7-4DE1-95AB-E3F594DAAABA}">
      <dsp:nvSpPr>
        <dsp:cNvPr id="10" name="圆角矩形 9"/>
        <dsp:cNvSpPr/>
      </dsp:nvSpPr>
      <dsp:spPr bwMode="white">
        <a:xfrm>
          <a:off x="9501188" y="1459230"/>
          <a:ext cx="1357313" cy="19456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40970" tIns="140970" rIns="140970" bIns="140970" anchor="ctr"/>
        <a:lstStyle>
          <a:lvl1pPr algn="ctr">
            <a:defRPr sz="37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/>
            <a:t>编程实践</a:t>
          </a:r>
        </a:p>
      </dsp:txBody>
      <dsp:txXfrm>
        <a:off x="9501188" y="1459230"/>
        <a:ext cx="1357313" cy="1945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B4C22-7C93-4651-A84E-A25E73783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595E4-7574-4FA7-8D57-808F1F7122B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F05028-E64B-43F9-B0E2-1DD62BBF03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4662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F05028-E64B-43F9-B0E2-1DD62BBF03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F05028-E64B-43F9-B0E2-1DD62BBF03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F05028-E64B-43F9-B0E2-1DD62BBF03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F05028-E64B-43F9-B0E2-1DD62BBF03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F05028-E64B-43F9-B0E2-1DD62BBF03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F05028-E64B-43F9-B0E2-1DD62BBF03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37F52-1889-4404-843E-564E5EB00A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6980D-1997-4711-ACF1-6E6A3BA3310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第二次上机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时间：</a:t>
            </a:r>
            <a:r>
              <a:rPr lang="en-US" altLang="zh-CN" b="1" dirty="0"/>
              <a:t>10</a:t>
            </a:r>
            <a:r>
              <a:rPr lang="zh-CN" altLang="en-US" b="1" dirty="0"/>
              <a:t>月</a:t>
            </a:r>
            <a:r>
              <a:rPr lang="en-US" altLang="zh-CN" b="1" dirty="0"/>
              <a:t>20</a:t>
            </a:r>
            <a:r>
              <a:rPr lang="zh-CN" altLang="en-US" b="1" dirty="0"/>
              <a:t>日 ，</a:t>
            </a:r>
            <a:r>
              <a:rPr lang="en-US" altLang="zh-CN" b="1" dirty="0"/>
              <a:t>19:00-22:00</a:t>
            </a:r>
            <a:endParaRPr lang="en-US" altLang="zh-CN" b="1" dirty="0"/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地点：</a:t>
            </a:r>
            <a:r>
              <a:rPr lang="zh-CN" altLang="en-US" b="1" dirty="0">
                <a:latin typeface="+mn-ea"/>
                <a:sym typeface="+mn-ea"/>
              </a:rPr>
              <a:t>西区电一楼机房</a:t>
            </a:r>
            <a:r>
              <a:rPr lang="en-US" altLang="zh-CN" b="1" dirty="0">
                <a:latin typeface="+mn-ea"/>
                <a:sym typeface="+mn-ea"/>
              </a:rPr>
              <a:t>1</a:t>
            </a:r>
            <a:r>
              <a:rPr lang="zh-CN" altLang="en-US" b="1" dirty="0">
                <a:latin typeface="+mn-ea"/>
                <a:sym typeface="+mn-ea"/>
              </a:rPr>
              <a:t>厅</a:t>
            </a:r>
            <a:r>
              <a:rPr lang="zh-CN" altLang="en-US" b="1" dirty="0"/>
              <a:t> </a:t>
            </a:r>
            <a:endParaRPr lang="en-US" altLang="zh-CN" b="1" dirty="0"/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内容：运算规则</a:t>
            </a:r>
            <a:r>
              <a:rPr lang="en-US" altLang="zh-CN" b="1" dirty="0"/>
              <a:t>&amp;</a:t>
            </a:r>
            <a:r>
              <a:rPr lang="zh-CN" altLang="en-US" b="1" dirty="0"/>
              <a:t>控制语句</a:t>
            </a:r>
            <a:endParaRPr lang="en-US" altLang="zh-CN" b="1" dirty="0"/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实验指导书</a:t>
            </a:r>
            <a:r>
              <a:rPr lang="en-US" altLang="zh-CN" b="1" dirty="0"/>
              <a:t>2.2.3</a:t>
            </a:r>
            <a:r>
              <a:rPr lang="zh-CN" altLang="en-US" b="1" dirty="0"/>
              <a:t>自主编程练习（表达式）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任选其中一小题，实验报告交，实验评分不提交；</a:t>
            </a:r>
            <a:endParaRPr lang="en-US" altLang="zh-CN" b="1" dirty="0"/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实验指导书</a:t>
            </a:r>
            <a:r>
              <a:rPr lang="en-US" altLang="zh-CN" b="1" dirty="0"/>
              <a:t>2.3.3</a:t>
            </a:r>
            <a:r>
              <a:rPr lang="zh-CN" altLang="en-US" b="1" dirty="0"/>
              <a:t>自主自主编程练习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、</a:t>
            </a:r>
            <a:r>
              <a:rPr lang="en-US" altLang="zh-CN" b="1" dirty="0"/>
              <a:t>8</a:t>
            </a: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）、</a:t>
            </a:r>
            <a:r>
              <a:rPr lang="en-US" altLang="zh-CN" b="1" dirty="0"/>
              <a:t>10</a:t>
            </a:r>
            <a:r>
              <a:rPr lang="zh-CN" altLang="en-US" b="1" dirty="0"/>
              <a:t>、</a:t>
            </a:r>
            <a:r>
              <a:rPr lang="en-US" altLang="zh-CN" b="1" dirty="0"/>
              <a:t>13</a:t>
            </a:r>
            <a:endParaRPr lang="en-US" altLang="zh-CN" b="1" dirty="0"/>
          </a:p>
          <a:p>
            <a:pPr lvl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其中</a:t>
            </a:r>
            <a:r>
              <a:rPr lang="en-US" altLang="zh-CN" b="1" dirty="0"/>
              <a:t>2</a:t>
            </a:r>
            <a:r>
              <a:rPr lang="zh-CN" altLang="en-US" b="1" dirty="0"/>
              <a:t>（分段函数）、</a:t>
            </a:r>
            <a:r>
              <a:rPr lang="en-US" altLang="zh-CN" b="1" dirty="0"/>
              <a:t>3</a:t>
            </a:r>
            <a:r>
              <a:rPr lang="zh-CN" altLang="en-US" b="1" dirty="0"/>
              <a:t>（整除问题）要在实验报告画流程图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Huawei Sans" panose="020C0503030203020204" pitchFamily="34" charset="0"/>
              </a:rPr>
              <a:t>C</a:t>
            </a:r>
            <a:r>
              <a:rPr lang="zh-CN" altLang="en-US" dirty="0">
                <a:sym typeface="Huawei Sans" panose="020C0503030203020204" pitchFamily="34" charset="0"/>
              </a:rPr>
              <a:t>语言编程规范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660400" y="1193800"/>
          <a:ext cx="10858500" cy="486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实验的编程规范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1">
              <a:buFont typeface="Wingdings" panose="05000000000000000000" pitchFamily="2" charset="2"/>
              <a:buChar char="ü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必须包含所使用函数的头文件；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buFont typeface="Wingdings" panose="05000000000000000000" pitchFamily="2" charset="2"/>
              <a:buChar char="ü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main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函数名前面必须有类型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int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，结尾必须有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return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语句；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buFont typeface="Wingdings" panose="05000000000000000000" pitchFamily="2" charset="2"/>
              <a:buChar char="ü"/>
            </a:pPr>
            <a:r>
              <a:rPr lang="zh-CN" altLang="en-US" dirty="0">
                <a:sym typeface="Huawei Sans" panose="020C0503030203020204" pitchFamily="34" charset="0"/>
              </a:rPr>
              <a:t>标识符的命名要清晰、明了，有明确含义；</a:t>
            </a:r>
            <a:endParaRPr lang="en-US" altLang="zh-CN" dirty="0">
              <a:sym typeface="Huawei Sans" panose="020C0503030203020204" pitchFamily="34" charset="0"/>
            </a:endParaRPr>
          </a:p>
          <a:p>
            <a:pPr algn="l" latinLnBrk="1">
              <a:buFont typeface="Wingdings" panose="05000000000000000000" pitchFamily="2" charset="2"/>
              <a:buChar char="ü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  <a:sym typeface="Huawei Sans" panose="020C0503030203020204" pitchFamily="34" charset="0"/>
              </a:rPr>
              <a:t>变量赋初值；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buFont typeface="Wingdings" panose="05000000000000000000" pitchFamily="2" charset="2"/>
              <a:buChar char="ü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使用</a:t>
            </a:r>
            <a:r>
              <a:rPr lang="zh-CN" altLang="en-US" dirty="0">
                <a:sym typeface="Huawei Sans" panose="020C0503030203020204" pitchFamily="34" charset="0"/>
              </a:rPr>
              <a:t>空格进行缩进，每次缩进</a:t>
            </a:r>
            <a:r>
              <a:rPr lang="en-US" altLang="zh-CN" dirty="0">
                <a:sym typeface="Huawei Sans" panose="020C0503030203020204" pitchFamily="34" charset="0"/>
              </a:rPr>
              <a:t>4</a:t>
            </a:r>
            <a:r>
              <a:rPr lang="zh-CN" altLang="en-US" dirty="0">
                <a:sym typeface="Huawei Sans" panose="020C0503030203020204" pitchFamily="34" charset="0"/>
              </a:rPr>
              <a:t>个空格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；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latinLnBrk="1">
              <a:buFont typeface="Wingdings" panose="05000000000000000000" pitchFamily="2" charset="2"/>
              <a:buChar char="ü"/>
            </a:pPr>
            <a:r>
              <a:rPr lang="en-US" altLang="zh-CN" dirty="0">
                <a:sym typeface="Huawei Sans" panose="020C0503030203020204" pitchFamily="34" charset="0"/>
              </a:rPr>
              <a:t>switch </a:t>
            </a:r>
            <a:r>
              <a:rPr lang="zh-CN" altLang="en-US" dirty="0">
                <a:sym typeface="Huawei Sans" panose="020C0503030203020204" pitchFamily="34" charset="0"/>
              </a:rPr>
              <a:t>语句的 </a:t>
            </a:r>
            <a:r>
              <a:rPr lang="en-US" altLang="zh-CN" dirty="0">
                <a:sym typeface="Huawei Sans" panose="020C0503030203020204" pitchFamily="34" charset="0"/>
              </a:rPr>
              <a:t>case/default </a:t>
            </a:r>
            <a:r>
              <a:rPr lang="zh-CN" altLang="en-US" dirty="0">
                <a:sym typeface="Huawei Sans" panose="020C0503030203020204" pitchFamily="34" charset="0"/>
              </a:rPr>
              <a:t>要缩进一层；</a:t>
            </a:r>
            <a:endParaRPr lang="en-US" altLang="zh-CN" dirty="0">
              <a:sym typeface="Huawei Sans" panose="020C0503030203020204" pitchFamily="34" charset="0"/>
            </a:endParaRPr>
          </a:p>
          <a:p>
            <a:pPr latinLnBrk="1">
              <a:buFont typeface="Wingdings" panose="05000000000000000000" pitchFamily="2" charset="2"/>
              <a:buChar char="ü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分支语句和循环体用大括号</a:t>
            </a:r>
            <a:r>
              <a:rPr lang="zh-CN" altLang="en-US" b="0" i="0">
                <a:solidFill>
                  <a:srgbClr val="333333"/>
                </a:solidFill>
                <a:effectLst/>
                <a:latin typeface="Helvetica Neue"/>
              </a:rPr>
              <a:t>括起来；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buFont typeface="Wingdings" panose="05000000000000000000" pitchFamily="2" charset="2"/>
              <a:buChar char="ü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有适当的注释（至少要有一条程序功能的说明）；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实验指导书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2.2.3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自主编程练习（表达式）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endParaRPr lang="en-US" altLang="zh-CN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89380"/>
            <a:ext cx="10515600" cy="47879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defRPr/>
            </a:pPr>
            <a:endParaRPr lang="en-US" altLang="zh-CN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95" y="1952625"/>
            <a:ext cx="11520000" cy="37279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实验指导书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2.2.3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自主编程练习（表达式）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</a:t>
            </a:r>
            <a:endParaRPr lang="en-US" altLang="zh-CN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89380"/>
            <a:ext cx="10515600" cy="47879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defRPr/>
            </a:pPr>
            <a:endParaRPr lang="en-US" altLang="zh-CN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1908810"/>
            <a:ext cx="11520000" cy="42681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实验指导书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2.3.3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自主自主编程练习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3</a:t>
            </a:r>
            <a:endParaRPr lang="en-US" altLang="zh-CN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9715" y="1495425"/>
            <a:ext cx="11520000" cy="42372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3410" y="1770380"/>
            <a:ext cx="9791700" cy="3771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4375" y="427990"/>
            <a:ext cx="10053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注意，这题系统里面题目提示的输入输出和实际期望输入输出不同，按照</a:t>
            </a:r>
            <a:r>
              <a:rPr lang="en-US" altLang="zh-CN"/>
              <a:t>ppt</a:t>
            </a:r>
            <a:r>
              <a:rPr lang="zh-CN" altLang="en-US"/>
              <a:t>的格式</a:t>
            </a:r>
            <a:r>
              <a:rPr lang="zh-CN" altLang="en-US"/>
              <a:t>来。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5200" y="139700"/>
            <a:ext cx="8304530" cy="4351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" y="4818380"/>
            <a:ext cx="7887970" cy="16567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实验指导书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2.3.3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自主自主编程练习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8(3)</a:t>
            </a:r>
            <a:endParaRPr lang="en-US" altLang="zh-CN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89380"/>
            <a:ext cx="10515600" cy="478790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Clr>
                <a:srgbClr val="FF0000"/>
              </a:buClr>
              <a:buNone/>
              <a:defRPr/>
            </a:pPr>
            <a:r>
              <a:rPr lang="en-US" altLang="zh-CN" b="1" dirty="0"/>
              <a:t> </a:t>
            </a:r>
            <a:endParaRPr lang="en-US" altLang="zh-CN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185" y="1173480"/>
            <a:ext cx="8793480" cy="56159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实验指导书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2.3.3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自主自主编程练习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10</a:t>
            </a:r>
            <a:endParaRPr lang="en-US" altLang="zh-CN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89380"/>
            <a:ext cx="10515600" cy="47879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defRPr/>
            </a:pPr>
            <a:r>
              <a:rPr lang="en-US" altLang="zh-CN" b="1" dirty="0"/>
              <a:t>(</a:t>
            </a:r>
            <a:r>
              <a:rPr lang="zh-CN" altLang="en-US" b="1" dirty="0">
                <a:sym typeface="+mn-ea"/>
              </a:rPr>
              <a:t>统计数字、小写、大写字符和其它字符的出现次数</a:t>
            </a:r>
            <a:r>
              <a:rPr lang="en-US" altLang="zh-CN" b="1" dirty="0"/>
              <a:t>)</a:t>
            </a:r>
            <a:endParaRPr lang="en-US" altLang="zh-CN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305" y="1762760"/>
            <a:ext cx="6870700" cy="5095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实验指导书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2.3.3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自主自主编程练习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13</a:t>
            </a:r>
            <a:endParaRPr lang="en-US" altLang="zh-CN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89380"/>
            <a:ext cx="10515600" cy="47879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None/>
              <a:defRPr/>
            </a:pPr>
            <a:r>
              <a:rPr lang="en-US" altLang="zh-CN" b="1" dirty="0"/>
              <a:t> </a:t>
            </a:r>
            <a:endParaRPr lang="en-US" altLang="zh-CN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285" y="1691005"/>
            <a:ext cx="10800000" cy="352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4591"/>
            <a:ext cx="10515600" cy="5658489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/>
              <a:t>选做题</a:t>
            </a:r>
            <a:r>
              <a:rPr lang="en-US" altLang="zh-CN" b="1" dirty="0"/>
              <a:t>1</a:t>
            </a:r>
            <a:r>
              <a:rPr lang="zh-CN" altLang="en-US" b="1" dirty="0"/>
              <a:t>：找出</a:t>
            </a:r>
            <a:r>
              <a:rPr lang="en-US" altLang="zh-CN" b="1" dirty="0"/>
              <a:t>1</a:t>
            </a:r>
            <a:r>
              <a:rPr lang="zh-CN" altLang="en-US" b="1" dirty="0"/>
              <a:t>～</a:t>
            </a:r>
            <a:r>
              <a:rPr lang="en-US" altLang="zh-CN" b="1" dirty="0"/>
              <a:t>99</a:t>
            </a:r>
            <a:r>
              <a:rPr lang="zh-CN" altLang="en-US" b="1" dirty="0"/>
              <a:t>之间的全部同构数。同构数是这样一组数：它出现在平方数的右边。  例如：</a:t>
            </a:r>
            <a:r>
              <a:rPr lang="en-US" altLang="zh-CN" b="1" dirty="0"/>
              <a:t>5</a:t>
            </a:r>
            <a:r>
              <a:rPr lang="zh-CN" altLang="en-US" b="1" dirty="0"/>
              <a:t>是</a:t>
            </a:r>
            <a:r>
              <a:rPr lang="en-US" altLang="zh-CN" b="1" dirty="0"/>
              <a:t>25</a:t>
            </a:r>
            <a:r>
              <a:rPr lang="zh-CN" altLang="en-US" b="1" dirty="0"/>
              <a:t>右边的数，</a:t>
            </a:r>
            <a:r>
              <a:rPr lang="en-US" altLang="zh-CN" b="1" dirty="0"/>
              <a:t>25</a:t>
            </a:r>
            <a:r>
              <a:rPr lang="zh-CN" altLang="en-US" b="1" dirty="0"/>
              <a:t>是</a:t>
            </a:r>
            <a:r>
              <a:rPr lang="en-US" altLang="zh-CN" b="1" dirty="0"/>
              <a:t>625</a:t>
            </a:r>
            <a:r>
              <a:rPr lang="zh-CN" altLang="en-US" b="1" dirty="0"/>
              <a:t>右边的数，</a:t>
            </a:r>
            <a:r>
              <a:rPr lang="en-US" altLang="zh-CN" b="1" dirty="0"/>
              <a:t>5</a:t>
            </a:r>
            <a:r>
              <a:rPr lang="zh-CN" altLang="en-US" b="1" dirty="0"/>
              <a:t>和</a:t>
            </a:r>
            <a:r>
              <a:rPr lang="en-US" altLang="zh-CN" b="1" dirty="0"/>
              <a:t>25</a:t>
            </a:r>
            <a:r>
              <a:rPr lang="zh-CN" altLang="en-US" b="1" dirty="0"/>
              <a:t>都是同构数。</a:t>
            </a:r>
            <a:endParaRPr lang="en-US" altLang="zh-CN" b="1" dirty="0"/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cs typeface="+mn-cs"/>
              </a:rPr>
              <a:t>选做题</a:t>
            </a:r>
            <a:r>
              <a:rPr lang="en-US" altLang="zh-CN" b="1" dirty="0">
                <a:cs typeface="+mn-cs"/>
              </a:rPr>
              <a:t>2</a:t>
            </a:r>
            <a:r>
              <a:rPr lang="zh-CN" altLang="en-US" b="1" dirty="0"/>
              <a:t>：实验指导</a:t>
            </a:r>
            <a:r>
              <a:rPr lang="en-US" altLang="zh-CN" b="1" dirty="0"/>
              <a:t>P76</a:t>
            </a:r>
            <a:r>
              <a:rPr lang="zh-CN" altLang="en-US" b="1" dirty="0"/>
              <a:t>猜数字游戏</a:t>
            </a:r>
            <a:endParaRPr lang="zh-CN" altLang="zh-CN" b="1" dirty="0"/>
          </a:p>
          <a:p>
            <a:endParaRPr lang="zh-CN" altLang="zh-CN" b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</Words>
  <Application>WPS 演示</Application>
  <PresentationFormat>宽屏</PresentationFormat>
  <Paragraphs>48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楷体_GB2312</vt:lpstr>
      <vt:lpstr>新宋体</vt:lpstr>
      <vt:lpstr>Huawei Sans</vt:lpstr>
      <vt:lpstr>DejaVu Math TeX Gyre</vt:lpstr>
      <vt:lpstr>Helvetica Neue</vt:lpstr>
      <vt:lpstr>等线 Light</vt:lpstr>
      <vt:lpstr>等线</vt:lpstr>
      <vt:lpstr>微软雅黑</vt:lpstr>
      <vt:lpstr>Arial Unicode MS</vt:lpstr>
      <vt:lpstr>Calibri</vt:lpstr>
      <vt:lpstr>Saturday Sans Regular</vt:lpstr>
      <vt:lpstr>Miss Sweetie</vt:lpstr>
      <vt:lpstr>Office 主题​​</vt:lpstr>
      <vt:lpstr>1_Office 主题​​</vt:lpstr>
      <vt:lpstr>第二次上机</vt:lpstr>
      <vt:lpstr>C语言编程规范</vt:lpstr>
      <vt:lpstr>实验的编程规范</vt:lpstr>
      <vt:lpstr>实验指导书2.2.3自主编程练习（表达式）1</vt:lpstr>
      <vt:lpstr>实验指导书2.2.3自主编程练习（表达式）2</vt:lpstr>
      <vt:lpstr>实验指导书2.3.3自主自主编程练习3</vt:lpstr>
      <vt:lpstr>PowerPoint 演示文稿</vt:lpstr>
      <vt:lpstr>PowerPoint 演示文稿</vt:lpstr>
      <vt:lpstr>实验指导书2.3.3自主自主编程练习8(3)</vt:lpstr>
      <vt:lpstr>实验指导书2.3.3自主自主编程练习10</vt:lpstr>
      <vt:lpstr>实验指导书2.3.3自主自主编程练习13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第一次上机</dc:title>
  <dc:creator>Alice Qin</dc:creator>
  <cp:lastModifiedBy>江渚渔樵</cp:lastModifiedBy>
  <cp:revision>62</cp:revision>
  <dcterms:created xsi:type="dcterms:W3CDTF">2022-09-24T04:14:00Z</dcterms:created>
  <dcterms:modified xsi:type="dcterms:W3CDTF">2025-10-20T06:38:57Z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05EE69C74E704D4C832771544F841824_13</vt:lpwstr>
  </property>
  <property fmtid="{D5CDD505-2E9C-101B-9397-08002B2CF9AE}" pid="3" name="KSOProductBuildVer">
    <vt:lpwstr>2052-12.1.0.23125</vt:lpwstr>
  </property>
</Properties>
</file>